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61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324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07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05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394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146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729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184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204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799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235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041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302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0070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31289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73809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949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904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22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Apprentissage par Projet (PBL)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en Intelligence Artificielle et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Pourquoi le PBL en IA / Data Science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Approche</a:t>
            </a:r>
            <a:r>
              <a:rPr dirty="0" smtClean="0"/>
              <a:t> </a:t>
            </a:r>
            <a:r>
              <a:rPr dirty="0" err="1"/>
              <a:t>réelle</a:t>
            </a:r>
            <a:r>
              <a:rPr dirty="0"/>
              <a:t> et </a:t>
            </a:r>
            <a:r>
              <a:rPr dirty="0" err="1"/>
              <a:t>concrète</a:t>
            </a:r>
            <a:endParaRPr dirty="0"/>
          </a:p>
          <a:p>
            <a:r>
              <a:rPr dirty="0" err="1" smtClean="0"/>
              <a:t>Compétences</a:t>
            </a:r>
            <a:r>
              <a:rPr dirty="0" smtClean="0"/>
              <a:t> </a:t>
            </a:r>
            <a:r>
              <a:rPr dirty="0"/>
              <a:t>techniques et </a:t>
            </a:r>
            <a:r>
              <a:rPr dirty="0" err="1"/>
              <a:t>humaines</a:t>
            </a:r>
            <a:endParaRPr dirty="0"/>
          </a:p>
          <a:p>
            <a:r>
              <a:rPr dirty="0" smtClean="0"/>
              <a:t>Collaboration </a:t>
            </a:r>
            <a:r>
              <a:rPr dirty="0"/>
              <a:t>multi-</a:t>
            </a:r>
            <a:r>
              <a:rPr dirty="0" err="1"/>
              <a:t>profils</a:t>
            </a:r>
            <a:endParaRPr dirty="0"/>
          </a:p>
          <a:p>
            <a:r>
              <a:rPr dirty="0" err="1" smtClean="0"/>
              <a:t>Compétences</a:t>
            </a:r>
            <a:r>
              <a:rPr dirty="0" smtClean="0"/>
              <a:t> </a:t>
            </a:r>
            <a:r>
              <a:rPr dirty="0"/>
              <a:t>critiques : storytelling, </a:t>
            </a:r>
            <a:r>
              <a:rPr dirty="0" err="1"/>
              <a:t>éthique</a:t>
            </a:r>
            <a:r>
              <a:rPr dirty="0"/>
              <a:t>, </a:t>
            </a:r>
            <a:r>
              <a:rPr dirty="0" err="1"/>
              <a:t>déploiement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Définir une Problématique Authentique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Exemples</a:t>
            </a:r>
            <a:r>
              <a:rPr dirty="0"/>
              <a:t> :</a:t>
            </a:r>
          </a:p>
          <a:p>
            <a:r>
              <a:rPr dirty="0" smtClean="0"/>
              <a:t> </a:t>
            </a:r>
            <a:r>
              <a:rPr dirty="0" err="1"/>
              <a:t>Prédire</a:t>
            </a:r>
            <a:r>
              <a:rPr dirty="0"/>
              <a:t> la </a:t>
            </a:r>
            <a:r>
              <a:rPr dirty="0" err="1"/>
              <a:t>consommation</a:t>
            </a:r>
            <a:r>
              <a:rPr dirty="0"/>
              <a:t> </a:t>
            </a:r>
            <a:r>
              <a:rPr dirty="0" err="1"/>
              <a:t>d'énergie</a:t>
            </a:r>
            <a:endParaRPr dirty="0"/>
          </a:p>
          <a:p>
            <a:r>
              <a:rPr dirty="0" err="1" smtClean="0"/>
              <a:t>Détection</a:t>
            </a:r>
            <a:r>
              <a:rPr dirty="0" smtClean="0"/>
              <a:t> </a:t>
            </a:r>
            <a:r>
              <a:rPr dirty="0"/>
              <a:t>de </a:t>
            </a:r>
            <a:r>
              <a:rPr dirty="0" err="1"/>
              <a:t>fraude</a:t>
            </a:r>
            <a:r>
              <a:rPr dirty="0"/>
              <a:t> </a:t>
            </a:r>
            <a:r>
              <a:rPr dirty="0" err="1"/>
              <a:t>bancaire</a:t>
            </a:r>
            <a:endParaRPr dirty="0"/>
          </a:p>
          <a:p>
            <a:r>
              <a:rPr dirty="0" smtClean="0"/>
              <a:t> </a:t>
            </a:r>
            <a:r>
              <a:rPr dirty="0" err="1"/>
              <a:t>Système</a:t>
            </a:r>
            <a:r>
              <a:rPr dirty="0"/>
              <a:t> de </a:t>
            </a:r>
            <a:r>
              <a:rPr dirty="0" err="1"/>
              <a:t>recommandation</a:t>
            </a:r>
            <a:r>
              <a:rPr dirty="0"/>
              <a:t> e-commerce</a:t>
            </a:r>
          </a:p>
          <a:p>
            <a:endParaRPr dirty="0"/>
          </a:p>
          <a:p>
            <a:r>
              <a:rPr dirty="0" err="1"/>
              <a:t>Conseil</a:t>
            </a:r>
            <a:r>
              <a:rPr dirty="0"/>
              <a:t> : </a:t>
            </a:r>
            <a:r>
              <a:rPr dirty="0" err="1"/>
              <a:t>Problèmes</a:t>
            </a:r>
            <a:r>
              <a:rPr dirty="0"/>
              <a:t> </a:t>
            </a:r>
            <a:r>
              <a:rPr dirty="0" err="1"/>
              <a:t>ouverts</a:t>
            </a:r>
            <a:r>
              <a:rPr dirty="0"/>
              <a:t>, </a:t>
            </a:r>
            <a:r>
              <a:rPr dirty="0" err="1"/>
              <a:t>liés</a:t>
            </a:r>
            <a:r>
              <a:rPr dirty="0"/>
              <a:t> à un </a:t>
            </a:r>
            <a:r>
              <a:rPr dirty="0" err="1"/>
              <a:t>besoin</a:t>
            </a:r>
            <a:r>
              <a:rPr dirty="0"/>
              <a:t> </a:t>
            </a:r>
            <a:r>
              <a:rPr dirty="0" err="1"/>
              <a:t>réel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Former l'Équipe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Data Scientists</a:t>
            </a:r>
          </a:p>
          <a:p>
            <a:r>
              <a:rPr dirty="0" smtClean="0"/>
              <a:t> </a:t>
            </a:r>
            <a:r>
              <a:rPr dirty="0" err="1"/>
              <a:t>Développeurs</a:t>
            </a:r>
            <a:r>
              <a:rPr dirty="0"/>
              <a:t> IA</a:t>
            </a:r>
          </a:p>
          <a:p>
            <a:r>
              <a:rPr dirty="0" smtClean="0"/>
              <a:t> </a:t>
            </a:r>
            <a:r>
              <a:rPr dirty="0"/>
              <a:t>Experts métiers</a:t>
            </a:r>
          </a:p>
          <a:p>
            <a:r>
              <a:rPr dirty="0" smtClean="0"/>
              <a:t> </a:t>
            </a:r>
            <a:r>
              <a:rPr dirty="0"/>
              <a:t>Chef de </a:t>
            </a:r>
            <a:r>
              <a:rPr dirty="0" err="1"/>
              <a:t>projet</a:t>
            </a:r>
            <a:endParaRPr dirty="0"/>
          </a:p>
          <a:p>
            <a:endParaRPr dirty="0"/>
          </a:p>
          <a:p>
            <a:r>
              <a:rPr dirty="0" err="1"/>
              <a:t>Astuce</a:t>
            </a:r>
            <a:r>
              <a:rPr dirty="0"/>
              <a:t> : </a:t>
            </a:r>
            <a:r>
              <a:rPr dirty="0" err="1"/>
              <a:t>Diversité</a:t>
            </a:r>
            <a:r>
              <a:rPr dirty="0"/>
              <a:t> des </a:t>
            </a:r>
            <a:r>
              <a:rPr dirty="0" err="1"/>
              <a:t>compétences</a:t>
            </a:r>
            <a:r>
              <a:rPr dirty="0"/>
              <a:t> = plus de </a:t>
            </a:r>
            <a:r>
              <a:rPr dirty="0" err="1"/>
              <a:t>valeur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Planifier les Étapes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1. Cadrage et définition de la métrique</a:t>
            </a:r>
          </a:p>
          <a:p>
            <a:r>
              <a:t>2. Collecte et exploration de données</a:t>
            </a:r>
          </a:p>
          <a:p>
            <a:r>
              <a:t>3. Nettoyage et Feature Engineering</a:t>
            </a:r>
          </a:p>
          <a:p>
            <a:r>
              <a:t>4. Modélisation Machine Learning</a:t>
            </a:r>
          </a:p>
          <a:p>
            <a:r>
              <a:t>5. Évaluation des performances</a:t>
            </a:r>
          </a:p>
          <a:p>
            <a:r>
              <a:t>6. Déploiement de l'application</a:t>
            </a:r>
          </a:p>
          <a:p>
            <a:r>
              <a:t>7. Présentation finale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Feedback et Itération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Sprints courts et retours </a:t>
            </a:r>
            <a:r>
              <a:rPr dirty="0" err="1"/>
              <a:t>réguliers</a:t>
            </a:r>
            <a:endParaRPr dirty="0"/>
          </a:p>
          <a:p>
            <a:r>
              <a:rPr dirty="0" smtClean="0"/>
              <a:t> </a:t>
            </a:r>
            <a:r>
              <a:rPr dirty="0"/>
              <a:t>Revue de code et de </a:t>
            </a:r>
            <a:r>
              <a:rPr dirty="0" err="1"/>
              <a:t>modèles</a:t>
            </a:r>
            <a:endParaRPr dirty="0"/>
          </a:p>
          <a:p>
            <a:r>
              <a:rPr dirty="0" smtClean="0"/>
              <a:t> </a:t>
            </a:r>
            <a:r>
              <a:rPr dirty="0"/>
              <a:t>Adaptation des </a:t>
            </a:r>
            <a:r>
              <a:rPr dirty="0" err="1"/>
              <a:t>stratégies</a:t>
            </a:r>
            <a:endParaRPr dirty="0"/>
          </a:p>
          <a:p>
            <a:endParaRPr dirty="0"/>
          </a:p>
          <a:p>
            <a:r>
              <a:rPr dirty="0" err="1"/>
              <a:t>Objectif</a:t>
            </a:r>
            <a:r>
              <a:rPr dirty="0"/>
              <a:t> : </a:t>
            </a:r>
            <a:r>
              <a:rPr dirty="0" err="1"/>
              <a:t>Amélioration</a:t>
            </a:r>
            <a:r>
              <a:rPr dirty="0"/>
              <a:t> continue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Mettre en Valeur le Produit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Application </a:t>
            </a:r>
            <a:r>
              <a:rPr dirty="0" err="1"/>
              <a:t>déployée</a:t>
            </a:r>
            <a:r>
              <a:rPr dirty="0"/>
              <a:t> (API, </a:t>
            </a:r>
            <a:r>
              <a:rPr dirty="0" err="1"/>
              <a:t>Streamlit</a:t>
            </a:r>
            <a:r>
              <a:rPr dirty="0"/>
              <a:t>)</a:t>
            </a:r>
          </a:p>
          <a:p>
            <a:r>
              <a:rPr dirty="0" smtClean="0"/>
              <a:t> </a:t>
            </a:r>
            <a:r>
              <a:rPr dirty="0"/>
              <a:t>Dashboard </a:t>
            </a:r>
            <a:r>
              <a:rPr dirty="0" err="1"/>
              <a:t>interactif</a:t>
            </a:r>
            <a:endParaRPr dirty="0"/>
          </a:p>
          <a:p>
            <a:r>
              <a:rPr dirty="0" smtClean="0"/>
              <a:t> </a:t>
            </a:r>
            <a:r>
              <a:rPr dirty="0"/>
              <a:t>Rapport technique et storytelling data</a:t>
            </a:r>
          </a:p>
          <a:p>
            <a:r>
              <a:rPr dirty="0" smtClean="0"/>
              <a:t> </a:t>
            </a:r>
            <a:r>
              <a:rPr dirty="0"/>
              <a:t>Pitch final </a:t>
            </a:r>
            <a:r>
              <a:rPr dirty="0" err="1"/>
              <a:t>devant</a:t>
            </a:r>
            <a:r>
              <a:rPr dirty="0"/>
              <a:t> un public </a:t>
            </a:r>
            <a:r>
              <a:rPr dirty="0" err="1"/>
              <a:t>externe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Exemple Concret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 : Prédiction du diabète</a:t>
            </a:r>
          </a:p>
          <a:p>
            <a:r>
              <a:t>- Dataset : Pima Indians Diabetes</a:t>
            </a:r>
          </a:p>
          <a:p>
            <a:r>
              <a:t>- Modèle : Random Forest / XGBoost</a:t>
            </a:r>
          </a:p>
          <a:p>
            <a:r>
              <a:t>- Application : Formulaire Streamlit pour diagnostic prédictif</a:t>
            </a:r>
          </a:p>
          <a:p>
            <a:r>
              <a:t>- Evaluation : F1-score, Précision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Conseils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Choisir</a:t>
            </a:r>
            <a:r>
              <a:rPr dirty="0" smtClean="0"/>
              <a:t> </a:t>
            </a:r>
            <a:r>
              <a:rPr dirty="0"/>
              <a:t>des datasets </a:t>
            </a:r>
            <a:r>
              <a:rPr dirty="0" err="1"/>
              <a:t>pertinents</a:t>
            </a:r>
            <a:r>
              <a:rPr dirty="0"/>
              <a:t> (</a:t>
            </a:r>
            <a:r>
              <a:rPr dirty="0" err="1"/>
              <a:t>Kaggle</a:t>
            </a:r>
            <a:r>
              <a:rPr dirty="0"/>
              <a:t>, UCI, Data.gouv.fr)</a:t>
            </a:r>
          </a:p>
          <a:p>
            <a:r>
              <a:rPr dirty="0" smtClean="0"/>
              <a:t> </a:t>
            </a:r>
            <a:r>
              <a:rPr dirty="0" err="1"/>
              <a:t>Travailler</a:t>
            </a:r>
            <a:r>
              <a:rPr dirty="0"/>
              <a:t> </a:t>
            </a:r>
            <a:r>
              <a:rPr dirty="0" err="1"/>
              <a:t>l'interprétabilité</a:t>
            </a:r>
            <a:r>
              <a:rPr dirty="0"/>
              <a:t> des </a:t>
            </a:r>
            <a:r>
              <a:rPr dirty="0" err="1"/>
              <a:t>modèles</a:t>
            </a:r>
            <a:endParaRPr dirty="0"/>
          </a:p>
          <a:p>
            <a:r>
              <a:rPr dirty="0" err="1" smtClean="0"/>
              <a:t>Intégrer</a:t>
            </a:r>
            <a:r>
              <a:rPr dirty="0" smtClean="0"/>
              <a:t> </a:t>
            </a:r>
            <a:r>
              <a:rPr dirty="0"/>
              <a:t>la </a:t>
            </a:r>
            <a:r>
              <a:rPr dirty="0" err="1"/>
              <a:t>réflexion</a:t>
            </a:r>
            <a:r>
              <a:rPr dirty="0"/>
              <a:t> </a:t>
            </a:r>
            <a:r>
              <a:rPr dirty="0" err="1"/>
              <a:t>éthique</a:t>
            </a:r>
            <a:endParaRPr dirty="0"/>
          </a:p>
          <a:p>
            <a:r>
              <a:rPr dirty="0" err="1" smtClean="0"/>
              <a:t>Gérer</a:t>
            </a:r>
            <a:r>
              <a:rPr dirty="0" smtClean="0"/>
              <a:t> </a:t>
            </a:r>
            <a:r>
              <a:rPr dirty="0"/>
              <a:t>le </a:t>
            </a:r>
            <a:r>
              <a:rPr dirty="0" err="1"/>
              <a:t>projet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mode agile (Trello, GitHub Projects)</a:t>
            </a:r>
          </a:p>
          <a:p>
            <a:r>
              <a:rPr smtClean="0"/>
              <a:t>Documenter </a:t>
            </a:r>
            <a:r>
              <a:rPr dirty="0"/>
              <a:t>à </a:t>
            </a:r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étape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PBL est idéal pour :</a:t>
            </a:r>
          </a:p>
          <a:p>
            <a:r>
              <a:t>- Apprendre activement</a:t>
            </a:r>
          </a:p>
          <a:p>
            <a:r>
              <a:t>- Travailler sur des problèmes réels</a:t>
            </a:r>
          </a:p>
          <a:p>
            <a:r>
              <a:t>- Se préparer aux métiers de l'avenir</a:t>
            </a:r>
          </a:p>
          <a:p>
            <a:endParaRPr/>
          </a:p>
          <a:p>
            <a:r>
              <a:t>"On apprend mieux en construisant qu'en écoutant."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que">
  <a:themeElements>
    <a:clrScheme name="Organique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que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qu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</TotalTime>
  <Words>296</Words>
  <Application>Microsoft Office PowerPoint</Application>
  <PresentationFormat>Affichage à l'écran (4:3)</PresentationFormat>
  <Paragraphs>59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Organique</vt:lpstr>
      <vt:lpstr>Apprentissage par Projet (PBL)</vt:lpstr>
      <vt:lpstr>Pourquoi le PBL en IA / Data Science ?</vt:lpstr>
      <vt:lpstr>Définir une Problématique Authentique</vt:lpstr>
      <vt:lpstr>Former l'Équipe Projet</vt:lpstr>
      <vt:lpstr>Planifier les Étapes Clés</vt:lpstr>
      <vt:lpstr>Feedback et Itération</vt:lpstr>
      <vt:lpstr>Mettre en Valeur le Produit Final</vt:lpstr>
      <vt:lpstr>Exemple Concret</vt:lpstr>
      <vt:lpstr>Conseils Clés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Apprentissage par Projet (PBL)</dc:title>
  <dc:subject/>
  <dc:creator>USER</dc:creator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2025-04-29T16:51:21Z</dcterms:modified>
  <cp:category/>
</cp:coreProperties>
</file>